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Color Psychology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Impact of Colors in UI/UX Design</a:t>
            </a:r>
          </a:p>
          <a:p/>
          <a:p>
            <a:r>
              <a:t>Prepared by:</a:t>
            </a:r>
          </a:p>
          <a:p>
            <a:r>
              <a:t>Name: YOUR NAME</a:t>
            </a:r>
          </a:p>
          <a:p>
            <a:r>
              <a:t>Intern ID: YOUR INTERN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Explore how colors influence user emotions.</a:t>
            </a:r>
            <a:br/>
            <a:r>
              <a:t>• Study the importance of color psychology in UI/UX.</a:t>
            </a:r>
            <a:br/>
            <a:r>
              <a:t>• Analyze popular brands and their color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Understand color psychology.</a:t>
            </a:r>
            <a:br/>
            <a:r>
              <a:t>• Improve user engagement.</a:t>
            </a:r>
            <a:br/>
            <a:r>
              <a:t>• Analyze branding.</a:t>
            </a:r>
            <a:br/>
            <a:r>
              <a:t>• Enhance accessibility.</a:t>
            </a:r>
            <a:br/>
            <a:r>
              <a:t>• Recommend effective color usage.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Colors in UI/UX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Creates first impressions.</a:t>
            </a:r>
            <a:br/>
            <a:r>
              <a:t>• Builds trust.</a:t>
            </a:r>
            <a:br/>
            <a:r>
              <a:t>• Guides user attention.</a:t>
            </a:r>
            <a:br/>
            <a:r>
              <a:t>• Improves readability.</a:t>
            </a:r>
            <a:br/>
            <a:r>
              <a:t>• Strengthens brand identity.</a:t>
            </a:r>
            <a:br/>
            <a:r>
              <a:t>• Supports navigation.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Common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Blue – Trust</a:t>
            </a:r>
            <a:br/>
            <a:r>
              <a:t>Green – Growth</a:t>
            </a:r>
            <a:br/>
            <a:r>
              <a:t>Red – Urgency</a:t>
            </a:r>
            <a:br/>
            <a:r>
              <a:t>Yellow – Optimism</a:t>
            </a:r>
            <a:br/>
            <a:r>
              <a:t>Orange – Energy</a:t>
            </a:r>
            <a:br/>
            <a:r>
              <a:t>Purple – Creativity</a:t>
            </a:r>
            <a:br/>
            <a:r>
              <a:t>Black – Luxury</a:t>
            </a:r>
            <a:br/>
            <a:r>
              <a:t>White – Simplicity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 vs Cool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Warm Colors:</a:t>
            </a:r>
            <a:br/>
            <a:r>
              <a:t>• Red</a:t>
            </a:r>
            <a:br/>
            <a:r>
              <a:t>• Orange</a:t>
            </a:r>
            <a:br/>
            <a:r>
              <a:t>• Yellow</a:t>
            </a:r>
            <a:br/>
            <a:br/>
            <a:r>
              <a:t>Cool Colors:</a:t>
            </a:r>
            <a:br/>
            <a:r>
              <a:t>• Blue</a:t>
            </a:r>
            <a:br/>
            <a:r>
              <a:t>• Green</a:t>
            </a:r>
            <a:br/>
            <a:r>
              <a:t>• Purple</a:t>
            </a:r>
            <a:br/>
            <a:br/>
            <a:r>
              <a:t>Warm colors attract attention, while cool colors create trust and calmness.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Color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Facebook – Blue</a:t>
            </a:r>
            <a:br/>
            <a:r>
              <a:t>WhatsApp – Green</a:t>
            </a:r>
            <a:br/>
            <a:r>
              <a:t>YouTube – Red</a:t>
            </a:r>
            <a:br/>
            <a:r>
              <a:t>Spotify – Green</a:t>
            </a:r>
            <a:br/>
            <a:r>
              <a:t>Netflix – Red</a:t>
            </a:r>
            <a:br/>
            <a:r>
              <a:t>LinkedIn – Blue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Maintain sufficient contrast.</a:t>
            </a:r>
            <a:br/>
            <a:r>
              <a:t>• Avoid using color alone to convey information.</a:t>
            </a:r>
            <a:br/>
            <a:r>
              <a:t>• Support color-blind users.</a:t>
            </a:r>
            <a:br/>
            <a:r>
              <a:t>• Test light and dark modes.</a:t>
            </a:r>
            <a:br/>
            <a:r>
              <a:t>• Follow WCAG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Key Findings:</a:t>
            </a:r>
            <a:br/>
            <a:r>
              <a:t>• Blue builds trust.</a:t>
            </a:r>
            <a:br/>
            <a:r>
              <a:t>• Green indicates success.</a:t>
            </a:r>
            <a:br/>
            <a:r>
              <a:t>• Red highlights important actions.</a:t>
            </a:r>
            <a:br/>
            <a:br/>
            <a:r>
              <a:t>Recommendations:</a:t>
            </a:r>
            <a:br/>
            <a:r>
              <a:t>• Use consistent color palettes.</a:t>
            </a:r>
            <a:br/>
            <a:r>
              <a:t>• Test designs with users.</a:t>
            </a:r>
            <a:br/>
            <a:r>
              <a:t>• Ensure accessibility.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Color psychology plays a significant role in creating intuitive, engaging, and accessible digital products. Applying these principles leads to better user experiences and stronger brand identity.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